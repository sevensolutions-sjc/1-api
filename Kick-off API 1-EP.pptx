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716" r:id="rId3"/>
    <p:sldId id="2719" r:id="rId4"/>
    <p:sldId id="272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0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us Nascimento" userId="4afd65d6f6610877" providerId="LiveId" clId="{44315758-C514-4F2A-99F2-19F3D30F87DB}"/>
    <pc:docChg chg="custSel modSld">
      <pc:chgData name="Marcus Nascimento" userId="4afd65d6f6610877" providerId="LiveId" clId="{44315758-C514-4F2A-99F2-19F3D30F87DB}" dt="2026-08-24T19:28:29.724" v="2" actId="22"/>
      <pc:docMkLst>
        <pc:docMk/>
      </pc:docMkLst>
      <pc:sldChg chg="addSp delSp modSp mod">
        <pc:chgData name="Marcus Nascimento" userId="4afd65d6f6610877" providerId="LiveId" clId="{44315758-C514-4F2A-99F2-19F3D30F87DB}" dt="2026-08-24T19:28:29.724" v="2" actId="22"/>
        <pc:sldMkLst>
          <pc:docMk/>
          <pc:sldMk cId="2606226604" sldId="2720"/>
        </pc:sldMkLst>
        <pc:spChg chg="add del mod">
          <ac:chgData name="Marcus Nascimento" userId="4afd65d6f6610877" providerId="LiveId" clId="{44315758-C514-4F2A-99F2-19F3D30F87DB}" dt="2026-08-24T19:28:29.287" v="1" actId="478"/>
          <ac:spMkLst>
            <pc:docMk/>
            <pc:sldMk cId="2606226604" sldId="2720"/>
            <ac:spMk id="4" creationId="{BC0EE87D-85CD-039F-D9BD-E01601F61F79}"/>
          </ac:spMkLst>
        </pc:spChg>
        <pc:graphicFrameChg chg="del">
          <ac:chgData name="Marcus Nascimento" userId="4afd65d6f6610877" providerId="LiveId" clId="{44315758-C514-4F2A-99F2-19F3D30F87DB}" dt="2026-08-24T19:28:28.044" v="0" actId="478"/>
          <ac:graphicFrameMkLst>
            <pc:docMk/>
            <pc:sldMk cId="2606226604" sldId="2720"/>
            <ac:graphicFrameMk id="5" creationId="{7B9642FA-5DE3-439E-B6D5-DAC2CAD8EB8A}"/>
          </ac:graphicFrameMkLst>
        </pc:graphicFrameChg>
        <pc:picChg chg="add">
          <ac:chgData name="Marcus Nascimento" userId="4afd65d6f6610877" providerId="LiveId" clId="{44315758-C514-4F2A-99F2-19F3D30F87DB}" dt="2026-08-24T19:28:29.724" v="2" actId="22"/>
          <ac:picMkLst>
            <pc:docMk/>
            <pc:sldMk cId="2606226604" sldId="2720"/>
            <ac:picMk id="8" creationId="{B735D603-9BC6-94DE-8932-457D6C07E63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23CB0-6879-4053-8C6D-D6C0DD18E127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26E3A-674C-4367-A3FB-5D58B6D2F9A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5388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226E3A-674C-4367-A3FB-5D58B6D2F9A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432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226E3A-674C-4367-A3FB-5D58B6D2F9A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76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ACFE8-60C6-B5AB-D1AA-E9C0E0EDD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E0F9E3-8B23-CC9A-ECF3-7B2A2F983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D7E59F-2DCE-11FC-5FF0-3797EC8CB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73DA2-84B4-4422-B12E-7870BDF800FA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1E0911-AC1F-B059-35F7-617938038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D3749D-C14A-76FD-4070-E32ECF491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04EE6-1CEA-4321-A9C3-9A360ABD3A7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8721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55843-382A-BD13-1195-AE53B0BAB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531C77-082D-5506-D518-F3F9FE7DB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679575-6B2F-C5C1-6169-CEA40941D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73DA2-84B4-4422-B12E-7870BDF800FA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9760BB-F180-AB19-A36E-F162899F5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2187FF-3C54-B8CC-5E5A-B2B19C44B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04EE6-1CEA-4321-A9C3-9A360ABD3A7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5317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7197DD-2F29-7BED-60AA-3500FD2E9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E702C9-9A82-BEC9-9BDC-1F5126A5B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22A8EE-37BA-E749-9590-3137B387E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73DA2-84B4-4422-B12E-7870BDF800FA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0F30EE-9D76-5B4C-383F-A957DF01F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2C1182-1463-5C8A-EAFA-B43FC57A3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04EE6-1CEA-4321-A9C3-9A360ABD3A7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5352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575920-F810-2E31-B363-85AB0C30B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E95FE3-247A-B70D-C8CD-CF51D17B51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94B0917-918F-8131-FD2F-8027AC0FC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343F9B-4624-3A35-D05E-415AB66CB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73DA2-84B4-4422-B12E-7870BDF800FA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C2D63D-6859-1F64-E7DA-35D551E7D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166BD2-36D7-3DB4-9D64-833604CE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04EE6-1CEA-4321-A9C3-9A360ABD3A7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3186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503220-433A-71BF-2AF9-13ECF9DEE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3BD825-4C28-E52C-D17C-4766E1BE1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64C078F-F33C-92D3-AA7E-8BFCF9204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0E70E16-F307-A112-970E-26A653289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4373085-8174-9E2C-C4F6-EFB36591A5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46232C-1841-63A5-4713-F5B0BA42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73DA2-84B4-4422-B12E-7870BDF800FA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9A21D8B-DB65-E458-8E33-D404EA6CF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42E60D7-17CF-B46F-C69D-2607EF18D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04EE6-1CEA-4321-A9C3-9A360ABD3A7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139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99F49-BAAA-A6EC-1583-889073053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79E152F-BB95-08FD-2844-8153FA7E4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73DA2-84B4-4422-B12E-7870BDF800FA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21DED9-00D5-BE55-1DA6-2FB483A4C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359F950-C3D3-DA4D-32D6-CA04268C6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04EE6-1CEA-4321-A9C3-9A360ABD3A7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1144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0034592-DE1E-2AE5-BB55-2412D5143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73DA2-84B4-4422-B12E-7870BDF800FA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CFC0034-1CB8-70EA-758A-372EF186A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C565D8-161D-906C-331F-D4285C822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04EE6-1CEA-4321-A9C3-9A360ABD3A7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6140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E9D03-15A1-E3BC-8BC3-0F6050C92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E15665-5587-4EBD-374E-FD7061978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FA282C-906E-79B8-A6FB-A6C7E5B65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07CA2D-3E26-7DE2-FC35-1D35C32F8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73DA2-84B4-4422-B12E-7870BDF800FA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C945F2-D6F1-E825-FA15-A8B81DA1C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F6C23E-C636-9C59-D920-2E3FEF0FA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04EE6-1CEA-4321-A9C3-9A360ABD3A7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2575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60B7B-CC88-C886-CA8E-7749B2EAC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5B67EE7-5FED-86F1-6611-D7A21EEC0F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B612DC-E649-DD9F-3805-674C269EA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0BD6B4-DD40-8A9D-5418-84C7727BA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73DA2-84B4-4422-B12E-7870BDF800FA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274B0B9-1EFE-52CD-75E1-8F971D5AC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602AB5-B835-54F5-D647-3F7D948BF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04EE6-1CEA-4321-A9C3-9A360ABD3A7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0119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22F4E-DCCF-14C3-21F3-A092C8185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90C9AC-B053-D667-DA10-5AF0BE1C6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3A9EC4-5B6E-9E6C-4C4C-EAFDCFAE4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73DA2-84B4-4422-B12E-7870BDF800FA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37935C-3F8F-ADB2-DED4-D99724A4F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ACB9C3-8996-A596-D7AD-13E60BB6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04EE6-1CEA-4321-A9C3-9A360ABD3A7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0031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BD4F52-481C-E0DE-5D9C-D362D84823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54C557F-0CD9-6997-F3FC-31D9FEEB8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5702E8-65FC-5FC1-3F57-285F4BEE7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73DA2-84B4-4422-B12E-7870BDF800FA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A00E5B-18E1-FF03-C2AE-494FBD38B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2D23EE-64D3-BE0D-DA14-008708806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04EE6-1CEA-4321-A9C3-9A360ABD3A7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4025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18A1732-67E6-456A-0FDF-BB556FCB0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C3A025D-D286-081E-2329-7EF2E05C2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A12882-8B34-010C-0923-6A72D2E4AE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73DA2-84B4-4422-B12E-7870BDF800FA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B8C869-8C05-4944-E63A-71A53A054C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0E30E-9173-8864-5A76-E9823061B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C04EE6-1CEA-4321-A9C3-9A360ABD3A7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581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5FF6C6-51B3-850B-25B0-939808628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l"/>
            <a:r>
              <a:rPr lang="pt-BR" sz="4800" dirty="0">
                <a:solidFill>
                  <a:srgbClr val="FFFFFF"/>
                </a:solidFill>
              </a:rPr>
              <a:t>KICK-OFF API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2FAD9F-5B9E-D061-FF9D-DCBFEFF06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756265"/>
            <a:ext cx="4393278" cy="1244483"/>
          </a:xfrm>
        </p:spPr>
        <p:txBody>
          <a:bodyPr anchor="t">
            <a:normAutofit/>
          </a:bodyPr>
          <a:lstStyle/>
          <a:p>
            <a:pPr algn="l"/>
            <a:endParaRPr lang="pt-BR" dirty="0">
              <a:solidFill>
                <a:srgbClr val="FFFFFF"/>
              </a:solidFill>
            </a:endParaRPr>
          </a:p>
          <a:p>
            <a:pPr algn="l"/>
            <a:endParaRPr lang="pt-BR" dirty="0">
              <a:solidFill>
                <a:srgbClr val="FFFFFF"/>
              </a:solidFill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7" descr="Uma imagem contendo placar, comida&#10;&#10;Descrição gerada automaticamente">
            <a:extLst>
              <a:ext uri="{FF2B5EF4-FFF2-40B4-BE49-F238E27FC236}">
                <a16:creationId xmlns:a16="http://schemas.microsoft.com/office/drawing/2014/main" id="{DC6B1F0C-2198-EAA5-0FE5-EAFDA81BD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446" y="2991794"/>
            <a:ext cx="1822447" cy="87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627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9" name="Rectangle 8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B1640A-2B8D-0887-AFC8-95CEFB0AF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ctr">
            <a:normAutofit/>
          </a:bodyPr>
          <a:lstStyle/>
          <a:p>
            <a:r>
              <a:rPr lang="pt-BR" sz="4000" dirty="0"/>
              <a:t>DEMANDA TECNOLÓGICA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978999-CE32-118E-7CCF-B39A9B748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6850" y="1990258"/>
            <a:ext cx="5315189" cy="3994473"/>
          </a:xfrm>
        </p:spPr>
        <p:txBody>
          <a:bodyPr anchor="t">
            <a:normAutofit/>
          </a:bodyPr>
          <a:lstStyle/>
          <a:p>
            <a:r>
              <a:rPr lang="pt-BR" b="1" dirty="0"/>
              <a:t>Painel de Mapeamento do Ecossistema Industrial e de Serviços da Região de São José dos Campos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 descr="Estatísticas">
            <a:extLst>
              <a:ext uri="{FF2B5EF4-FFF2-40B4-BE49-F238E27FC236}">
                <a16:creationId xmlns:a16="http://schemas.microsoft.com/office/drawing/2014/main" id="{D293FC8E-419C-91DC-5EAE-0344E23C12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21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0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yellow and black sign&#10;&#10;Description automatically generated with low confidence">
            <a:extLst>
              <a:ext uri="{FF2B5EF4-FFF2-40B4-BE49-F238E27FC236}">
                <a16:creationId xmlns:a16="http://schemas.microsoft.com/office/drawing/2014/main" id="{A17F379B-AA0B-5199-DACF-39F29C32BA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7110" y="682981"/>
            <a:ext cx="3239242" cy="1051782"/>
          </a:xfrm>
          <a:prstGeom prst="rect">
            <a:avLst/>
          </a:prstGeom>
        </p:spPr>
      </p:pic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C6471444-5E9B-5539-2627-C518FE9A2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962" y="2380267"/>
            <a:ext cx="4410075" cy="1751013"/>
          </a:xfrm>
          <a:prstGeom prst="rect">
            <a:avLst/>
          </a:prstGeom>
        </p:spPr>
      </p:pic>
      <p:pic>
        <p:nvPicPr>
          <p:cNvPr id="5" name="Picture 4" descr="A close-up of a logo&#10;&#10;Description automatically generated">
            <a:extLst>
              <a:ext uri="{FF2B5EF4-FFF2-40B4-BE49-F238E27FC236}">
                <a16:creationId xmlns:a16="http://schemas.microsoft.com/office/drawing/2014/main" id="{44C2FB0D-C8C7-312E-55A5-89C8683927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37" y="3857705"/>
            <a:ext cx="4410075" cy="14271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524FDCB-D21A-7555-6CAF-F721C3516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Tecnologias</a:t>
            </a: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Digitais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F6213C-B717-EB62-0A86-B5739E22EF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589" y="1447504"/>
            <a:ext cx="1800476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258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and green background&#10;&#10;AI-generated content may be incorrect.">
            <a:extLst>
              <a:ext uri="{FF2B5EF4-FFF2-40B4-BE49-F238E27FC236}">
                <a16:creationId xmlns:a16="http://schemas.microsoft.com/office/drawing/2014/main" id="{658F4D1E-D863-BA58-7563-65984F3730A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859" b="1187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ADD0D2-D1C4-55BC-B4BA-B81B39816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Datas</a:t>
            </a:r>
            <a:r>
              <a:rPr lang="en-US" dirty="0"/>
              <a:t> </a:t>
            </a:r>
            <a:r>
              <a:rPr lang="en-US" dirty="0" err="1"/>
              <a:t>Importantes</a:t>
            </a:r>
            <a:endParaRPr lang="pt-B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35D603-9BC6-94DE-8932-457D6C07E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08" y="2300130"/>
            <a:ext cx="10993384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2266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26</Words>
  <Application>Microsoft Office PowerPoint</Application>
  <PresentationFormat>Widescreen</PresentationFormat>
  <Paragraphs>7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do Office</vt:lpstr>
      <vt:lpstr>KICK-OFF API</vt:lpstr>
      <vt:lpstr>DEMANDA TECNOLÓGICA</vt:lpstr>
      <vt:lpstr>Tecnologias Digitais</vt:lpstr>
      <vt:lpstr>Datas Importantes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Integrador I</dc:title>
  <dc:creator>MARCUS VINICIUS DO NASCIMENTO</dc:creator>
  <cp:lastModifiedBy>Marcus Nascimento</cp:lastModifiedBy>
  <cp:revision>33</cp:revision>
  <dcterms:created xsi:type="dcterms:W3CDTF">2022-08-13T22:32:47Z</dcterms:created>
  <dcterms:modified xsi:type="dcterms:W3CDTF">2026-08-24T19:28:36Z</dcterms:modified>
</cp:coreProperties>
</file>